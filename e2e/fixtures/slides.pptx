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Lecture 8: Database Normalisation</a:t>
            </a:r>
          </a:p>
          <a:p>
            <a:r>
              <a:t>Normalisation removes redundancy and update anomalies from a schema.</a:t>
            </a:r>
          </a:p>
          <a:p>
            <a:r>
              <a:t>First Normal Form: every column holds a single atomic value.</a:t>
            </a:r>
          </a:p>
          <a:p>
            <a:r>
              <a:t>Second Normal Form: no partial dependency on part of a composite key.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Third Normal Form</a:t>
            </a:r>
          </a:p>
          <a:p>
            <a:r>
              <a:t>Third Normal Form: no transitive dependency through a non-key column.</a:t>
            </a:r>
          </a:p>
          <a:p>
            <a:r>
              <a:t>Every non-key attribute depends on the key, the whole key, and nothing but the key.</a:t>
            </a:r>
          </a:p>
          <a:p>
            <a:r>
              <a:t>Denormalisation trades redundancy for fewer joins in read-heavy systems.</a:t>
            </a:r>
          </a:p>
        </p:txBody>
      </p:sp>
    </p:spTree>
  </p:cSld>
</p:sld>
</file>